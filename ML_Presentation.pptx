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74320"/>
            <a:ext cx="3200400" cy="32004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Water Intelligence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Disaster Resilience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predictive, ML-driven decision support system for proactive water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management, risk assessment, and smart-city disaster resilience.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53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82803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Prasanna  (2520030608)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Advaitha  (2520030150)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 (2520030104)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4553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48280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Jyothsna Datti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|  B.Tech  |  A.Y.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intelligent water-management platform, and what it does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challenge.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Urbanization, population growth and climate change are driving floods, droughts, scarcity and inefficient water distribution — problems conventional, reactive management can't keep up with.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proposal.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Water Intelligence and Disaster Resilience Platform that uses Machine Learning to predict water-related risks and guide proactive, data-driven decisions.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approach.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(Kaggle, Government Open Data) on rainfall, temperature, reservoir levels, population and consumption feed a full ML lifecycle — from preprocessing to deployment and monitoring.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5544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66420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321040" y="166420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301752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312724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321040" y="31272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448056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459028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459028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Floods &amp; Droughts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extremes cause economic loss, environmental damage and public-safety risk.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3716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0752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0752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Scarcity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0752" y="2834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populations and cities outpace sustainable supply and distribution.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55664" y="13716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84264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684264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84264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Management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84264" y="2834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systems respond after damage occurs, instead of predicting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09176" y="13716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37776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3777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37776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Left Unused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37776" y="2834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reservoir and consumption data exist but aren't turned into foresight.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compounding issues motivated a system that predicts water demand, flags disaster risk, and detects abnormal consumption — before it becomes a crisis.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The ML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through deployment and monitoring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67128" y="2834640"/>
            <a:ext cx="256032" cy="274320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7" name="Shape 5"/>
          <p:cNvSpPr/>
          <p:nvPr/>
        </p:nvSpPr>
        <p:spPr>
          <a:xfrm>
            <a:off x="2441448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441448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 Eng.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59936" y="2834640"/>
            <a:ext cx="256032" cy="274320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0" name="Shape 8"/>
          <p:cNvSpPr/>
          <p:nvPr/>
        </p:nvSpPr>
        <p:spPr>
          <a:xfrm>
            <a:off x="4334256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52744" y="2834640"/>
            <a:ext cx="256032" cy="274320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7064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45552" y="2834640"/>
            <a:ext cx="256032" cy="274320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38360" y="2834640"/>
            <a:ext cx="256032" cy="274320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12680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22860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&amp; Government Open Data Portals — rainfall, temperature, reservoir levels, population, weather, water consumption.
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and Cross-Validation are used to assess model performance before deployment.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Techniques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classification of risks and demand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6791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328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1363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900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5935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472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40507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044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5079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616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55448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hidden patterns &amp; anomalies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2724912"/>
            <a:ext cx="109728" cy="109728"/>
          </a:xfrm>
          <a:prstGeom prst="ellipse">
            <a:avLst/>
          </a:prstGeom>
          <a:solidFill>
            <a:srgbClr val="6FD6C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66560" y="2944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regions by usage &amp; risk profile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593592"/>
            <a:ext cx="109728" cy="109728"/>
          </a:xfrm>
          <a:prstGeom prst="ellipse">
            <a:avLst/>
          </a:prstGeom>
          <a:solidFill>
            <a:srgbClr val="6FD6C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66560" y="38130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dimensionality, reveals structure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4462272"/>
            <a:ext cx="109728" cy="109728"/>
          </a:xfrm>
          <a:prstGeom prst="ellipse">
            <a:avLst/>
          </a:prstGeom>
          <a:solidFill>
            <a:srgbClr val="6FD6C5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343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766560" y="4681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abnormal usage &amp; disaster-prone zones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Dashboard &amp;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surfaces predictions; rigorous metrics validate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6F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predictive insights, risk assessment, and actionable recommendations for smarter water management and disaster preparedness.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2918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840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4389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291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858768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587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425696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4256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5074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via Train-Test Split &amp; Cross-Validation before deployment.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System Requirements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 or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(Minimum)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SSD or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Libraries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Scikit-learn, NumPy,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Libraries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Seaborn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&amp; Government Open Data Portals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Chrome / Microsoft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Water Intelligence and Disaster Resilience Platform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5029200" cy="5029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sustainable decision-support system for water resilience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FD6C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assessment for floods, droughts &amp; scarcity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FD6C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abnormal water consumption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FD6C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dashboard-driven recommendations for authorities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FD6C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6177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deployable, monitored ML pipeline supporting smart-city goals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|  Machine Learning Project  |  A.Y. 2026–27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2026-08-25T06:33:12Z</dcterms:created>
  <dcterms:modified xsi:type="dcterms:W3CDTF">2026-08-25T06:33:12Z</dcterms:modified>
</cp:coreProperties>
</file>